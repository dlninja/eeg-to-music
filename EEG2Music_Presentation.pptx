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708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4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4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38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7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8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9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1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61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02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EEG2Music: Real-Time Emotional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Generative Music Pipeline &amp; Variable-Order Markov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sz="2800" b="1" dirty="0"/>
              <a:t>Emotion Tracker: </a:t>
            </a:r>
            <a:r>
              <a:rPr sz="2800" dirty="0"/>
              <a:t>Separates fast spikes from slow moods.</a:t>
            </a:r>
          </a:p>
          <a:p>
            <a:r>
              <a:rPr sz="2800" b="1" dirty="0"/>
              <a:t>Synthesizer: </a:t>
            </a:r>
            <a:r>
              <a:rPr sz="2800" dirty="0"/>
              <a:t>Builds chords, rhythms, and manages the melodic scale.</a:t>
            </a:r>
          </a:p>
          <a:p>
            <a:r>
              <a:rPr sz="2800" b="1" dirty="0"/>
              <a:t>Markov Engine: </a:t>
            </a:r>
            <a:r>
              <a:rPr sz="2800" dirty="0"/>
              <a:t>Provides musically realistic interval transitions.</a:t>
            </a:r>
          </a:p>
          <a:p>
            <a:r>
              <a:rPr sz="2800" b="1" dirty="0" err="1"/>
              <a:t>FluidSynth</a:t>
            </a:r>
            <a:r>
              <a:rPr sz="2800" b="1" dirty="0"/>
              <a:t> Audio:</a:t>
            </a:r>
            <a:r>
              <a:rPr sz="2800" dirty="0"/>
              <a:t> Generates the MIDI audio output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Emotion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345260" cy="3792728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sz="2800" dirty="0"/>
              <a:t>Brainwave classifiers output 4 probabilities (</a:t>
            </a:r>
            <a:r>
              <a:rPr sz="2800" dirty="0">
                <a:highlight>
                  <a:srgbClr val="FFFF00"/>
                </a:highlight>
              </a:rPr>
              <a:t>Happy</a:t>
            </a:r>
            <a:r>
              <a:rPr sz="2800" dirty="0"/>
              <a:t>, </a:t>
            </a:r>
            <a:r>
              <a:rPr sz="2800" dirty="0">
                <a:highlight>
                  <a:srgbClr val="00FF00"/>
                </a:highlight>
              </a:rPr>
              <a:t>Sad</a:t>
            </a:r>
            <a:r>
              <a:rPr sz="2800" dirty="0"/>
              <a:t>, </a:t>
            </a:r>
            <a:r>
              <a:rPr sz="2800" dirty="0">
                <a:highlight>
                  <a:srgbClr val="FF0000"/>
                </a:highlight>
              </a:rPr>
              <a:t>Fear</a:t>
            </a:r>
            <a:r>
              <a:rPr sz="2800" dirty="0"/>
              <a:t>, </a:t>
            </a:r>
            <a:r>
              <a:rPr sz="2800" dirty="0">
                <a:highlight>
                  <a:srgbClr val="00FFFF"/>
                </a:highlight>
              </a:rPr>
              <a:t>Neutral</a:t>
            </a:r>
            <a:r>
              <a:rPr sz="2800" dirty="0"/>
              <a:t>) every second.</a:t>
            </a:r>
          </a:p>
          <a:p>
            <a:r>
              <a:rPr sz="2800" b="1" dirty="0"/>
              <a:t>Macro State (Mood): </a:t>
            </a:r>
            <a:r>
              <a:rPr sz="2800" dirty="0"/>
              <a:t>A slow, rolling exponential moving average of </a:t>
            </a:r>
            <a:r>
              <a:rPr sz="2800" b="1" dirty="0"/>
              <a:t>Valence</a:t>
            </a:r>
            <a:r>
              <a:rPr sz="2800" dirty="0"/>
              <a:t> and </a:t>
            </a:r>
            <a:r>
              <a:rPr sz="2800" b="1" dirty="0"/>
              <a:t>Arousal</a:t>
            </a:r>
            <a:r>
              <a:rPr sz="2800" dirty="0"/>
              <a:t>.</a:t>
            </a:r>
          </a:p>
          <a:p>
            <a:pPr lvl="1"/>
            <a:r>
              <a:rPr sz="2100" dirty="0"/>
              <a:t>Controls Key signature, scale mode, base tempo, default chord quality.</a:t>
            </a:r>
          </a:p>
          <a:p>
            <a:r>
              <a:rPr sz="2800" b="1" dirty="0"/>
              <a:t>Micro State (Spikes): </a:t>
            </a:r>
            <a:r>
              <a:rPr sz="2800" dirty="0"/>
              <a:t>The instantaneous deviation from the Macro State.</a:t>
            </a:r>
          </a:p>
          <a:p>
            <a:pPr lvl="1"/>
            <a:r>
              <a:rPr sz="2100" dirty="0"/>
              <a:t>Controls sudden volume boosts, chromatic melodic bends, sudden rhythmic density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Dynamic Key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sz="2800" dirty="0"/>
              <a:t>Starting key maps dynamically to the first detected dominant emotion (Schubert-inspired).</a:t>
            </a:r>
          </a:p>
          <a:p>
            <a:r>
              <a:rPr sz="2800" dirty="0">
                <a:highlight>
                  <a:srgbClr val="FFFF00"/>
                </a:highlight>
              </a:rPr>
              <a:t>Happy</a:t>
            </a:r>
            <a:r>
              <a:rPr sz="2800" dirty="0"/>
              <a:t>: C Major / G Major (+0 / +7 offset)</a:t>
            </a:r>
          </a:p>
          <a:p>
            <a:r>
              <a:rPr sz="2800" dirty="0">
                <a:highlight>
                  <a:srgbClr val="00FF00"/>
                </a:highlight>
              </a:rPr>
              <a:t>Sad</a:t>
            </a:r>
            <a:r>
              <a:rPr sz="2800" dirty="0"/>
              <a:t>: D Minor / F Minor (+2 / +5 offset)</a:t>
            </a:r>
          </a:p>
          <a:p>
            <a:r>
              <a:rPr sz="2800" dirty="0">
                <a:highlight>
                  <a:srgbClr val="FF0000"/>
                </a:highlight>
              </a:rPr>
              <a:t>Fear</a:t>
            </a:r>
            <a:r>
              <a:rPr sz="2800" dirty="0"/>
              <a:t>: C# Minor / Eb Minor (+1 / +3 offset)</a:t>
            </a:r>
          </a:p>
          <a:p>
            <a:r>
              <a:rPr sz="2800" dirty="0">
                <a:highlight>
                  <a:srgbClr val="00FFFF"/>
                </a:highlight>
              </a:rPr>
              <a:t>Neutral</a:t>
            </a:r>
            <a:r>
              <a:rPr sz="2800" dirty="0"/>
              <a:t>: F Major / A Minor (+5 / +9 offset)</a:t>
            </a:r>
          </a:p>
          <a:p>
            <a:r>
              <a:rPr sz="2800" dirty="0"/>
              <a:t>Ensures tonal center aligns perfectly with the earliest tracked brain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Foundation: Rules &amp;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r>
              <a:rPr sz="2800" dirty="0"/>
              <a:t>Only the Lead Melody uses stochastic Markov logic. The rest follows rigid rules for musical stability:</a:t>
            </a:r>
          </a:p>
          <a:p>
            <a:r>
              <a:rPr sz="2800" b="1" dirty="0"/>
              <a:t>Harmony (Chords): </a:t>
            </a:r>
            <a:r>
              <a:rPr sz="2800" dirty="0"/>
              <a:t>Driven by Macro Valence. Maps functional progressions (e.g. sad=[0,6,5,4]).</a:t>
            </a:r>
          </a:p>
          <a:p>
            <a:r>
              <a:rPr sz="2800" b="1" dirty="0"/>
              <a:t>Rhythmic Density: </a:t>
            </a:r>
            <a:r>
              <a:rPr sz="2800" dirty="0"/>
              <a:t>Driven by Macro Arousal. Selects strict subdivision templates.</a:t>
            </a:r>
          </a:p>
          <a:p>
            <a:r>
              <a:rPr sz="2800" b="1" dirty="0"/>
              <a:t>Dynamics:</a:t>
            </a:r>
            <a:r>
              <a:rPr sz="2800" dirty="0"/>
              <a:t> Driven by Micro Arousal spikes to create sudden swells in velocity.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Challenge: Melodic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sz="2800" dirty="0"/>
              <a:t>Simple 1st-Order Markov Chains only remember the very last melodic interval played.</a:t>
            </a:r>
          </a:p>
          <a:p>
            <a:r>
              <a:rPr sz="2800" b="1" dirty="0"/>
              <a:t>The Problem: </a:t>
            </a:r>
            <a:r>
              <a:rPr sz="2800" dirty="0"/>
              <a:t>If the last jump was +2, the model doesn't know if that was part of a rising scale or falling sequence.</a:t>
            </a:r>
          </a:p>
          <a:p>
            <a:r>
              <a:rPr sz="2800" b="1" dirty="0"/>
              <a:t>The Result: </a:t>
            </a:r>
            <a:r>
              <a:rPr sz="2800" dirty="0"/>
              <a:t>The melody creates an endless 'random walk'. It feels short-sighted and lacks structural phrasing.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The Solution: N-Gram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sz="2800" b="1" dirty="0"/>
              <a:t>Variable-Order Markov Chain </a:t>
            </a:r>
            <a:r>
              <a:rPr sz="2800" dirty="0"/>
              <a:t>implemented to solve aimlessness.</a:t>
            </a:r>
          </a:p>
          <a:p>
            <a:r>
              <a:rPr sz="2800" dirty="0"/>
              <a:t>Extracts intervals up to the 3rd order directly from human composers in VGMIDI.</a:t>
            </a:r>
          </a:p>
          <a:p>
            <a:pPr lvl="1"/>
            <a:r>
              <a:rPr b="1" dirty="0"/>
              <a:t>1st Order</a:t>
            </a:r>
            <a:r>
              <a:rPr dirty="0"/>
              <a:t>: '+2'</a:t>
            </a:r>
          </a:p>
          <a:p>
            <a:pPr lvl="1"/>
            <a:r>
              <a:rPr b="1" dirty="0"/>
              <a:t>2nd Order</a:t>
            </a:r>
            <a:r>
              <a:rPr dirty="0"/>
              <a:t>: '-1, +2'</a:t>
            </a:r>
          </a:p>
          <a:p>
            <a:pPr lvl="1"/>
            <a:r>
              <a:rPr b="1" dirty="0"/>
              <a:t>3rd Order</a:t>
            </a:r>
            <a:r>
              <a:rPr dirty="0"/>
              <a:t>: '+4, -1, +2'</a:t>
            </a:r>
          </a:p>
          <a:p>
            <a:r>
              <a:rPr sz="2800" dirty="0"/>
              <a:t>Models exported as nested JSON matrices grouped by emotional quadrant.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Variable-Order Query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sz="2800" dirty="0"/>
              <a:t>The</a:t>
            </a:r>
            <a:r>
              <a:rPr sz="2800" b="1" dirty="0"/>
              <a:t> </a:t>
            </a:r>
            <a:r>
              <a:rPr sz="2800" b="1" dirty="0" err="1"/>
              <a:t>MarkovEngine</a:t>
            </a:r>
            <a:r>
              <a:rPr sz="2800" b="1" dirty="0"/>
              <a:t> </a:t>
            </a:r>
            <a:r>
              <a:rPr sz="2800" dirty="0"/>
              <a:t>uses a best-match fallback strategy.</a:t>
            </a:r>
          </a:p>
          <a:p>
            <a:r>
              <a:rPr sz="2800" dirty="0"/>
              <a:t>When Synthesizer asks for a note, it provides the last 3 intervals: [+4, -1, +2].</a:t>
            </a:r>
          </a:p>
          <a:p>
            <a:r>
              <a:rPr sz="2800" b="1" dirty="0"/>
              <a:t>1. Attempt 3rd Order</a:t>
            </a:r>
            <a:r>
              <a:rPr sz="2800" dirty="0"/>
              <a:t>: Does model know what follows [+4, -1, +2]? -&gt; Long-term melodic intent.</a:t>
            </a:r>
          </a:p>
          <a:p>
            <a:r>
              <a:rPr sz="2800" b="1" dirty="0"/>
              <a:t>2. Attempt 2nd Order</a:t>
            </a:r>
            <a:r>
              <a:rPr sz="2800" dirty="0"/>
              <a:t>: If not, what follows [-1, +2]? -&gt; Shorter intent.</a:t>
            </a:r>
          </a:p>
          <a:p>
            <a:r>
              <a:rPr sz="2800" b="1" dirty="0"/>
              <a:t>3. Attempt 1st Order</a:t>
            </a:r>
            <a:r>
              <a:rPr sz="2800" dirty="0"/>
              <a:t>: If not, what follows [+2]? -&gt; Reliable safety net.</a:t>
            </a:r>
          </a:p>
          <a:p>
            <a:r>
              <a:rPr sz="2800" b="1" dirty="0"/>
              <a:t>4. Absolute Fallback</a:t>
            </a:r>
            <a:r>
              <a:rPr sz="2800" dirty="0"/>
              <a:t>: If Unseen, stand still (0).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Handling Emotional Spikes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sz="2400" dirty="0"/>
              <a:t>Variable-Order loops cause 'State Mismatches' during emotional shifts.</a:t>
            </a:r>
          </a:p>
          <a:p>
            <a:r>
              <a:rPr sz="2400" dirty="0"/>
              <a:t>If emotion shifts Happy -&gt; Fear, querying the Fear matrix with Happy intervals results in dissonant out-of-scale leaps.</a:t>
            </a:r>
          </a:p>
          <a:p>
            <a:r>
              <a:rPr sz="2400" dirty="0"/>
              <a:t>The Fix applied to real-time generator:</a:t>
            </a:r>
          </a:p>
          <a:p>
            <a:pPr lvl="1"/>
            <a:r>
              <a:rPr sz="2400" b="1" dirty="0"/>
              <a:t>Wipes interval history back to [0, 0, 0] </a:t>
            </a:r>
            <a:r>
              <a:rPr sz="2400" dirty="0"/>
              <a:t>(Stationary) on mode shifts and spikes.</a:t>
            </a:r>
          </a:p>
          <a:p>
            <a:pPr lvl="1"/>
            <a:r>
              <a:rPr sz="2400" b="1" dirty="0"/>
              <a:t>Forces a Harmonic Snap</a:t>
            </a:r>
            <a:r>
              <a:rPr sz="2400" dirty="0"/>
              <a:t>: Next note bypasses Markov and snaps safely to the Root/3rd/5th of the new chord.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Real-Time Audio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sz="2800" dirty="0"/>
              <a:t>Sequences pushed to an asynchronous queue for 1-second EEG windows.</a:t>
            </a:r>
          </a:p>
          <a:p>
            <a:r>
              <a:rPr sz="2800" b="1" dirty="0"/>
              <a:t>Precise Timing</a:t>
            </a:r>
            <a:r>
              <a:rPr sz="2800" dirty="0"/>
              <a:t>: Background thread checks 2ms-resolution clock and triggers </a:t>
            </a:r>
            <a:r>
              <a:rPr sz="2800" dirty="0" err="1"/>
              <a:t>FluidSynth</a:t>
            </a:r>
            <a:r>
              <a:rPr sz="2800" dirty="0"/>
              <a:t> exactly when due.</a:t>
            </a:r>
          </a:p>
          <a:p>
            <a:r>
              <a:rPr sz="2800" b="1" dirty="0"/>
              <a:t>Lag Compensation</a:t>
            </a:r>
            <a:r>
              <a:rPr sz="2800" dirty="0"/>
              <a:t>: Audio playback starts with a stable 1-sec buffer delay to absorb processing jitter.</a:t>
            </a:r>
          </a:p>
          <a:p>
            <a:r>
              <a:rPr sz="2800" b="1" dirty="0"/>
              <a:t>Stability</a:t>
            </a:r>
            <a:r>
              <a:rPr sz="2800" dirty="0"/>
              <a:t>: </a:t>
            </a:r>
            <a:r>
              <a:rPr sz="2800" dirty="0" err="1"/>
              <a:t>FluidSynth</a:t>
            </a:r>
            <a:r>
              <a:rPr sz="2800" dirty="0"/>
              <a:t> configured to explicitly ignore MIDI inputs, preventing Windows driver crash loops.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811</TotalTime>
  <Words>699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Tw Cen MT Condensed</vt:lpstr>
      <vt:lpstr>Wingdings 3</vt:lpstr>
      <vt:lpstr>Integral</vt:lpstr>
      <vt:lpstr>EEG2Music: Real-Time Emotional Synthesis</vt:lpstr>
      <vt:lpstr>1. System Architecture Overview</vt:lpstr>
      <vt:lpstr>2. The Emotion Tracker</vt:lpstr>
      <vt:lpstr>3. Dynamic Key Selection</vt:lpstr>
      <vt:lpstr>4. Foundation: Rules &amp; Templates</vt:lpstr>
      <vt:lpstr>5. The Challenge: Melodic Intent</vt:lpstr>
      <vt:lpstr>6. The Solution: N-Gram Models</vt:lpstr>
      <vt:lpstr>7. Variable-Order Query Engine</vt:lpstr>
      <vt:lpstr>8. Handling Emotional Spikes</vt:lpstr>
      <vt:lpstr>9. Real-Time Audio Synthesis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Tudor Sintoma</cp:lastModifiedBy>
  <cp:revision>3</cp:revision>
  <dcterms:created xsi:type="dcterms:W3CDTF">2013-01-27T09:14:16Z</dcterms:created>
  <dcterms:modified xsi:type="dcterms:W3CDTF">2026-03-30T18:46:47Z</dcterms:modified>
  <cp:category/>
</cp:coreProperties>
</file>