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Music Generation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Recent Modifications &amp; Enhancements</a:t>
            </a:r>
          </a:p>
          <a:p>
            <a:r>
              <a:t>Fixes #1 - #4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#1: Emotions to Valence-Arousal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Mapped one main emotion to each corner of the Valence-Arousal (V-A) matrix.</a:t>
            </a:r>
          </a:p>
          <a:p>
            <a:r>
              <a:t>This extreme positioning helps us use the most of our Markov chain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#2: Markov Chain of Chords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a Markov chain of chords on relative scale degrees.</a:t>
            </a:r>
          </a:p>
          <a:p>
            <a:r>
              <a:t>This is specifically tailored for each macro emotion.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#3: Spike Profiles for Emotion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Added spike profiles for smooth emotion transitions (e.g., Happy -&gt; Sad = Bittersweet).</a:t>
            </a:r>
          </a:p>
          <a:p>
            <a:pPr lvl="1"/>
            <a:r>
              <a:t>Each profile contains:</a:t>
            </a:r>
          </a:p>
          <a:p>
            <a:pPr lvl="2"/>
            <a:r>
              <a:t>Transition emotion name</a:t>
            </a:r>
          </a:p>
          <a:p>
            <a:pPr lvl="2"/>
            <a:r>
              <a:t>Tempo multiplier</a:t>
            </a:r>
          </a:p>
          <a:p>
            <a:pPr lvl="2"/>
            <a:r>
              <a:t>Velocity shifts</a:t>
            </a:r>
          </a:p>
          <a:p>
            <a:pPr lvl="2"/>
            <a:r>
              <a:t>Chord color</a:t>
            </a:r>
          </a:p>
          <a:p>
            <a:pPr lvl="2"/>
            <a:r>
              <a:t>Melody register</a:t>
            </a:r>
          </a:p>
          <a:p>
            <a:pPr lvl="2"/>
            <a:r>
              <a:t>Probability of a rest happening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#4: Individual Emotion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Adjusted individual emotions for better macro mood music generation:</a:t>
            </a:r>
          </a:p>
          <a:p>
            <a:pPr lvl="1"/>
            <a:r>
              <a:t>Happy: Removed trills that repeat too often.</a:t>
            </a:r>
          </a:p>
          <a:p>
            <a:pPr lvl="1"/>
            <a:r>
              <a:t>Sadness: Solved musical conflicts between chords and melody.</a:t>
            </a:r>
          </a:p>
          <a:p>
            <a:pPr lvl="1"/>
            <a:r>
              <a:t>Fear: Introduced 3 distinct modes (Tension, Melodic, Climax).</a:t>
            </a:r>
          </a:p>
          <a:p>
            <a:pPr lvl="1"/>
            <a:r>
              <a:t>Neutral: Placed in a different spot on the V-A matrix, giving it its own personality rather than trying to make it a musical chameleon.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